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264" r:id="rId5"/>
    <p:sldId id="312" r:id="rId6"/>
    <p:sldId id="313" r:id="rId7"/>
    <p:sldId id="314" r:id="rId8"/>
    <p:sldId id="315" r:id="rId9"/>
    <p:sldId id="316" r:id="rId10"/>
    <p:sldId id="31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90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2415" y="2091262"/>
            <a:ext cx="7323589" cy="2984078"/>
          </a:xfrm>
        </p:spPr>
        <p:txBody>
          <a:bodyPr>
            <a:normAutofit/>
          </a:bodyPr>
          <a:lstStyle/>
          <a:p>
            <a:r>
              <a:rPr lang="en-IN" dirty="0">
                <a:latin typeface="Adobe Garamond Pro" panose="02020502060506020403" pitchFamily="18" charset="0"/>
              </a:rPr>
              <a:t>Collection</a:t>
            </a:r>
            <a:br>
              <a:rPr lang="en-IN" dirty="0"/>
            </a:br>
            <a:r>
              <a:rPr lang="en-IN" dirty="0">
                <a:latin typeface="Adobe Garamond Pro" panose="02020502060506020403" pitchFamily="18" charset="0"/>
              </a:rPr>
              <a:t>Manipulator</a:t>
            </a:r>
            <a:br>
              <a:rPr lang="en-IN" dirty="0"/>
            </a:br>
            <a:endParaRPr lang="en-US" sz="6800" dirty="0">
              <a:latin typeface="Adobe Garamond Pro" panose="02020502060506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0378198" y="5139263"/>
            <a:ext cx="45719" cy="61911"/>
          </a:xfrm>
        </p:spPr>
        <p:txBody>
          <a:bodyPr>
            <a:normAutofit fontScale="25000" lnSpcReduction="20000"/>
          </a:bodyPr>
          <a:lstStyle/>
          <a:p>
            <a:pPr>
              <a:spcAft>
                <a:spcPts val="600"/>
              </a:spcAft>
            </a:pPr>
            <a:endParaRPr lang="en-US" sz="18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82847"/>
            <a:ext cx="4212951" cy="755009"/>
          </a:xfrm>
        </p:spPr>
        <p:txBody>
          <a:bodyPr>
            <a:noAutofit/>
          </a:bodyPr>
          <a:lstStyle/>
          <a:p>
            <a:r>
              <a:rPr lang="en-US" sz="2400" dirty="0"/>
              <a:t> </a:t>
            </a:r>
            <a:br>
              <a:rPr lang="en-IN" sz="2400" dirty="0"/>
            </a:br>
            <a:endParaRPr lang="en-US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0ED642-DFF4-38D8-AEA5-39EA31496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19"/>
            <a:ext cx="10058400" cy="3819509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Collection Manipulator </a:t>
            </a:r>
          </a:p>
          <a:p>
            <a:pPr lvl="1"/>
            <a:r>
              <a:rPr lang="en-IN" dirty="0"/>
              <a:t>Student Data Organizer </a:t>
            </a:r>
          </a:p>
          <a:p>
            <a:pPr lvl="1"/>
            <a:r>
              <a:rPr lang="en-IN" dirty="0"/>
              <a:t>Student name, roll number, class, subject </a:t>
            </a:r>
          </a:p>
          <a:p>
            <a:pPr lvl="0"/>
            <a:r>
              <a:rPr lang="en-IN" b="1" dirty="0"/>
              <a:t>Project Introduction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Python-based student data management system </a:t>
            </a:r>
          </a:p>
          <a:p>
            <a:pPr lvl="1"/>
            <a:r>
              <a:rPr lang="en-IN" dirty="0"/>
              <a:t>Menu-driven console application </a:t>
            </a:r>
          </a:p>
          <a:p>
            <a:pPr lvl="1"/>
            <a:r>
              <a:rPr lang="en-IN" dirty="0"/>
              <a:t>Manages student records using Python collections </a:t>
            </a:r>
          </a:p>
          <a:p>
            <a:pPr lvl="0"/>
            <a:r>
              <a:rPr lang="en-IN" b="1" dirty="0"/>
              <a:t>Project Objective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Store student information </a:t>
            </a:r>
          </a:p>
          <a:p>
            <a:pPr lvl="1"/>
            <a:r>
              <a:rPr lang="en-IN" dirty="0"/>
              <a:t>Add, display, update, and delete records </a:t>
            </a:r>
          </a:p>
          <a:p>
            <a:pPr lvl="1"/>
            <a:r>
              <a:rPr lang="en-IN" dirty="0"/>
              <a:t>Understand Python collections </a:t>
            </a:r>
          </a:p>
          <a:p>
            <a:pPr lvl="1"/>
            <a:r>
              <a:rPr lang="en-IN" dirty="0"/>
              <a:t>Demonstrate mutability and immutability </a:t>
            </a:r>
          </a:p>
          <a:p>
            <a:pPr lvl="1"/>
            <a:r>
              <a:rPr lang="en-IN" dirty="0"/>
              <a:t>Practice type casting and string formatting 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D98F-E6FC-2064-D4A8-CDF2B7FE9A2F}"/>
              </a:ext>
            </a:extLst>
          </p:cNvPr>
          <p:cNvSpPr txBox="1"/>
          <p:nvPr/>
        </p:nvSpPr>
        <p:spPr>
          <a:xfrm flipH="1">
            <a:off x="1097279" y="1442907"/>
            <a:ext cx="3751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dobe Garamond Pro" panose="02020502060506020403" pitchFamily="18" charset="0"/>
              </a:rPr>
              <a:t>Project</a:t>
            </a:r>
            <a:r>
              <a:rPr lang="en-IN" dirty="0"/>
              <a:t>: Collection Manipulator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25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05D7-D8B2-8557-09B7-533C18193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3891094" cy="47314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FEDC4-660A-6EAF-B4A8-391BB36E0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011" y="1568742"/>
            <a:ext cx="10219189" cy="3858936"/>
          </a:xfrm>
        </p:spPr>
        <p:txBody>
          <a:bodyPr/>
          <a:lstStyle/>
          <a:p>
            <a:pPr lvl="0"/>
            <a:r>
              <a:rPr lang="en-IN" b="1" dirty="0"/>
              <a:t>Technologies &amp; Concepts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Python </a:t>
            </a:r>
          </a:p>
          <a:p>
            <a:pPr lvl="1"/>
            <a:r>
              <a:rPr lang="en-IN" dirty="0"/>
              <a:t>List </a:t>
            </a:r>
          </a:p>
          <a:p>
            <a:pPr lvl="1"/>
            <a:r>
              <a:rPr lang="en-IN" dirty="0"/>
              <a:t>Tuple </a:t>
            </a:r>
          </a:p>
          <a:p>
            <a:pPr lvl="1"/>
            <a:r>
              <a:rPr lang="en-IN" dirty="0"/>
              <a:t>Set </a:t>
            </a:r>
          </a:p>
          <a:p>
            <a:pPr lvl="1"/>
            <a:r>
              <a:rPr lang="en-IN" dirty="0"/>
              <a:t>Dictionary </a:t>
            </a:r>
          </a:p>
          <a:p>
            <a:pPr lvl="1"/>
            <a:r>
              <a:rPr lang="en-IN" dirty="0"/>
              <a:t>Functions </a:t>
            </a:r>
          </a:p>
          <a:p>
            <a:pPr lvl="1"/>
            <a:r>
              <a:rPr lang="en-IN" dirty="0"/>
              <a:t>Loops and conditional statements </a:t>
            </a:r>
          </a:p>
          <a:p>
            <a:pPr lvl="0"/>
            <a:r>
              <a:rPr lang="en-IN" b="1" dirty="0"/>
              <a:t>Data Structures Used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List:</a:t>
            </a:r>
            <a:r>
              <a:rPr lang="en-IN" dirty="0"/>
              <a:t> stores multiple student records </a:t>
            </a:r>
          </a:p>
          <a:p>
            <a:pPr lvl="1"/>
            <a:r>
              <a:rPr lang="en-IN" b="1" dirty="0"/>
              <a:t>Tuple:</a:t>
            </a:r>
            <a:r>
              <a:rPr lang="en-IN" dirty="0"/>
              <a:t> stores Student ID and Date of Birth </a:t>
            </a:r>
          </a:p>
          <a:p>
            <a:pPr lvl="1"/>
            <a:r>
              <a:rPr lang="en-IN" b="1" dirty="0"/>
              <a:t>Set:</a:t>
            </a:r>
            <a:r>
              <a:rPr lang="en-IN" dirty="0"/>
              <a:t> stores unique subjects </a:t>
            </a:r>
          </a:p>
          <a:p>
            <a:pPr lvl="1"/>
            <a:r>
              <a:rPr lang="en-IN" b="1" dirty="0"/>
              <a:t>Dictionary:</a:t>
            </a:r>
            <a:r>
              <a:rPr lang="en-IN" dirty="0"/>
              <a:t> stores student details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718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8A288-FEDA-38F3-34AF-E0026512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354" y="642594"/>
            <a:ext cx="3976382" cy="74158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868A0-8723-848E-8214-CAA0AA0C9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18" y="1725615"/>
            <a:ext cx="10058400" cy="3849624"/>
          </a:xfrm>
        </p:spPr>
        <p:txBody>
          <a:bodyPr/>
          <a:lstStyle/>
          <a:p>
            <a:r>
              <a:rPr lang="en-IN" b="1" dirty="0"/>
              <a:t>Student Record Structure</a:t>
            </a:r>
            <a:br>
              <a:rPr lang="en-IN" dirty="0"/>
            </a:br>
            <a:r>
              <a:rPr lang="en-IN" dirty="0"/>
              <a:t>Show a simple example: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"</a:t>
            </a:r>
            <a:r>
              <a:rPr lang="en-US" dirty="0" err="1"/>
              <a:t>id_dob</a:t>
            </a:r>
            <a:r>
              <a:rPr lang="en-US" dirty="0"/>
              <a:t>": (“4531", “15-09-2004"),</a:t>
            </a:r>
          </a:p>
          <a:p>
            <a:r>
              <a:rPr lang="en-US" dirty="0"/>
              <a:t>    "name": “jay",</a:t>
            </a:r>
          </a:p>
          <a:p>
            <a:r>
              <a:rPr lang="en-US" dirty="0"/>
              <a:t>    "age": 21,</a:t>
            </a:r>
          </a:p>
          <a:p>
            <a:r>
              <a:rPr lang="en-US" dirty="0"/>
              <a:t>    "grade": "A",</a:t>
            </a:r>
          </a:p>
          <a:p>
            <a:r>
              <a:rPr lang="en-US" dirty="0"/>
              <a:t>    "subjects": {"Python", “html", "English"}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68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044A-857D-EA38-4438-6736324BC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3270308" cy="95131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61FFA-B9B6-8ED2-1C39-ED91AF7DC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396" y="1845578"/>
            <a:ext cx="10512804" cy="4286774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b="1" dirty="0"/>
              <a:t>Main Features</a:t>
            </a:r>
            <a:r>
              <a:rPr lang="en-IN" dirty="0"/>
              <a:t> </a:t>
            </a:r>
            <a:endParaRPr lang="en-IN" sz="3300" dirty="0"/>
          </a:p>
          <a:p>
            <a:pPr lvl="1"/>
            <a:r>
              <a:rPr lang="en-IN" dirty="0"/>
              <a:t>Add Student </a:t>
            </a:r>
          </a:p>
          <a:p>
            <a:pPr lvl="1"/>
            <a:r>
              <a:rPr lang="en-IN" dirty="0"/>
              <a:t>Display All Students </a:t>
            </a:r>
          </a:p>
          <a:p>
            <a:pPr lvl="1"/>
            <a:r>
              <a:rPr lang="en-IN" dirty="0"/>
              <a:t>Update Student Information </a:t>
            </a:r>
          </a:p>
          <a:p>
            <a:pPr lvl="1"/>
            <a:r>
              <a:rPr lang="en-IN" dirty="0"/>
              <a:t>Delete Student </a:t>
            </a:r>
          </a:p>
          <a:p>
            <a:pPr lvl="1"/>
            <a:r>
              <a:rPr lang="en-IN" dirty="0"/>
              <a:t>Display Unique Subjects </a:t>
            </a:r>
          </a:p>
          <a:p>
            <a:pPr lvl="1"/>
            <a:r>
              <a:rPr lang="en-IN" dirty="0"/>
              <a:t>Exit </a:t>
            </a:r>
          </a:p>
          <a:p>
            <a:r>
              <a:rPr lang="en-IN" b="1" dirty="0"/>
              <a:t>Program Flow</a:t>
            </a:r>
            <a:endParaRPr lang="en-IN" dirty="0"/>
          </a:p>
          <a:p>
            <a:pPr lvl="0"/>
            <a:r>
              <a:rPr lang="en-IN" dirty="0"/>
              <a:t>Start</a:t>
            </a:r>
          </a:p>
          <a:p>
            <a:pPr lvl="0"/>
            <a:r>
              <a:rPr lang="en-IN" dirty="0"/>
              <a:t>  ↓</a:t>
            </a:r>
          </a:p>
          <a:p>
            <a:pPr lvl="0"/>
            <a:r>
              <a:rPr lang="en-IN" dirty="0"/>
              <a:t>Welcome Message</a:t>
            </a:r>
          </a:p>
          <a:p>
            <a:pPr lvl="0"/>
            <a:r>
              <a:rPr lang="en-IN" dirty="0"/>
              <a:t>  ↓</a:t>
            </a:r>
          </a:p>
          <a:p>
            <a:pPr lvl="0"/>
            <a:r>
              <a:rPr lang="en-IN" dirty="0"/>
              <a:t>Display Menu</a:t>
            </a:r>
          </a:p>
          <a:p>
            <a:pPr lvl="0"/>
            <a:r>
              <a:rPr lang="en-IN" dirty="0"/>
              <a:t>  ↓</a:t>
            </a:r>
          </a:p>
          <a:p>
            <a:pPr lvl="0"/>
            <a:r>
              <a:rPr lang="en-IN" dirty="0"/>
              <a:t>User Choice</a:t>
            </a:r>
          </a:p>
          <a:p>
            <a:pPr lvl="0"/>
            <a:r>
              <a:rPr lang="en-IN" dirty="0"/>
              <a:t>  ↓</a:t>
            </a:r>
          </a:p>
          <a:p>
            <a:pPr lvl="0"/>
            <a:r>
              <a:rPr lang="en-IN" dirty="0"/>
              <a:t>Add / Display / Update / Delete / Subjects</a:t>
            </a:r>
          </a:p>
          <a:p>
            <a:pPr lvl="0"/>
            <a:r>
              <a:rPr lang="en-IN" dirty="0"/>
              <a:t>  ↓</a:t>
            </a:r>
          </a:p>
          <a:p>
            <a:pPr lvl="0"/>
            <a:r>
              <a:rPr lang="en-IN" dirty="0"/>
              <a:t>Return to Menu</a:t>
            </a:r>
          </a:p>
          <a:p>
            <a:pPr lvl="0"/>
            <a:r>
              <a:rPr lang="en-IN" dirty="0"/>
              <a:t>  ↓</a:t>
            </a:r>
          </a:p>
          <a:p>
            <a:pPr lvl="0"/>
            <a:r>
              <a:rPr lang="en-IN" dirty="0"/>
              <a:t>Exit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911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948B-F235-CB68-C243-A5987483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4964884" cy="83386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A65DE-95A3-DD0D-9F68-F0ED08FA4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97" y="1686187"/>
            <a:ext cx="10437303" cy="4266557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Important Python Concepts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Mutability:</a:t>
            </a:r>
            <a:r>
              <a:rPr lang="en-IN" dirty="0"/>
              <a:t> List and Dictionary can be modified </a:t>
            </a:r>
          </a:p>
          <a:p>
            <a:pPr lvl="1"/>
            <a:r>
              <a:rPr lang="en-IN" b="1" dirty="0"/>
              <a:t>Immutability:</a:t>
            </a:r>
            <a:r>
              <a:rPr lang="en-IN" dirty="0"/>
              <a:t> Tuple cannot be modified </a:t>
            </a:r>
          </a:p>
          <a:p>
            <a:pPr lvl="1"/>
            <a:r>
              <a:rPr lang="en-IN" b="1" dirty="0"/>
              <a:t>Type Casting:</a:t>
            </a:r>
            <a:r>
              <a:rPr lang="en-IN" dirty="0"/>
              <a:t> int(input(...)) </a:t>
            </a:r>
          </a:p>
          <a:p>
            <a:pPr lvl="1"/>
            <a:r>
              <a:rPr lang="en-IN" b="1" dirty="0"/>
              <a:t>String Formatting:</a:t>
            </a:r>
            <a:r>
              <a:rPr lang="en-IN" dirty="0"/>
              <a:t> f-string, .format(), % </a:t>
            </a:r>
          </a:p>
          <a:p>
            <a:pPr lvl="1"/>
            <a:r>
              <a:rPr lang="en-IN" b="1" dirty="0"/>
              <a:t>Deletion:</a:t>
            </a:r>
            <a:r>
              <a:rPr lang="en-IN" dirty="0"/>
              <a:t> del </a:t>
            </a:r>
          </a:p>
          <a:p>
            <a:pPr lvl="0"/>
            <a:r>
              <a:rPr lang="en-IN" b="1" dirty="0"/>
              <a:t>Sample Output</a:t>
            </a:r>
            <a:br>
              <a:rPr lang="en-IN" dirty="0"/>
            </a:br>
            <a:r>
              <a:rPr lang="en-IN" dirty="0"/>
              <a:t>Add screenshots of your program showing: </a:t>
            </a:r>
          </a:p>
          <a:p>
            <a:pPr lvl="1"/>
            <a:r>
              <a:rPr lang="en-IN" dirty="0"/>
              <a:t>Menu </a:t>
            </a:r>
          </a:p>
          <a:p>
            <a:pPr lvl="1"/>
            <a:r>
              <a:rPr lang="en-IN" dirty="0"/>
              <a:t>Adding a student </a:t>
            </a:r>
          </a:p>
          <a:p>
            <a:pPr lvl="1"/>
            <a:r>
              <a:rPr lang="en-IN" dirty="0"/>
              <a:t>Displaying records </a:t>
            </a:r>
          </a:p>
          <a:p>
            <a:pPr lvl="1"/>
            <a:r>
              <a:rPr lang="en-IN" dirty="0"/>
              <a:t>Updating a student </a:t>
            </a:r>
          </a:p>
          <a:p>
            <a:pPr lvl="1"/>
            <a:r>
              <a:rPr lang="en-IN" dirty="0"/>
              <a:t>Deleting a student </a:t>
            </a:r>
          </a:p>
          <a:p>
            <a:pPr lvl="0"/>
            <a:r>
              <a:rPr lang="en-IN" b="1" dirty="0"/>
              <a:t>Advantages &amp; Future Enhancements</a:t>
            </a:r>
            <a:br>
              <a:rPr lang="en-IN" dirty="0"/>
            </a:br>
            <a:r>
              <a:rPr lang="en-IN" b="1" dirty="0"/>
              <a:t>Advantages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Simple and easy to use </a:t>
            </a:r>
          </a:p>
          <a:p>
            <a:pPr lvl="1"/>
            <a:r>
              <a:rPr lang="en-IN" dirty="0"/>
              <a:t>Demonstrates Python collections </a:t>
            </a:r>
          </a:p>
          <a:p>
            <a:pPr lvl="1"/>
            <a:r>
              <a:rPr lang="en-IN" dirty="0"/>
              <a:t>Prevents duplicate subjects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19387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C7AB5-243C-90AE-94B6-0C778575A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5144" y="905256"/>
            <a:ext cx="2801923" cy="11089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21626-DE17-8F6D-21FA-D443FEB8F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681" y="2103120"/>
            <a:ext cx="6493080" cy="3156777"/>
          </a:xfrm>
        </p:spPr>
        <p:txBody>
          <a:bodyPr/>
          <a:lstStyle/>
          <a:p>
            <a:pPr lvl="0"/>
            <a:r>
              <a:rPr lang="en-IN" b="1" dirty="0"/>
              <a:t>Future Enhancements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CSV/JSON storage </a:t>
            </a:r>
          </a:p>
          <a:p>
            <a:pPr lvl="1"/>
            <a:r>
              <a:rPr lang="en-IN" dirty="0"/>
              <a:t>SQLite/MySQL database </a:t>
            </a:r>
          </a:p>
          <a:p>
            <a:pPr lvl="1"/>
            <a:r>
              <a:rPr lang="en-IN" dirty="0"/>
              <a:t>GUI using </a:t>
            </a:r>
            <a:r>
              <a:rPr lang="en-IN" dirty="0" err="1"/>
              <a:t>Tkinter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Search and sorting features </a:t>
            </a:r>
          </a:p>
          <a:p>
            <a:pPr lvl="0"/>
            <a:r>
              <a:rPr lang="en-IN" b="1" dirty="0"/>
              <a:t>Conclusion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Successfully demonstrates Python collection manipulation </a:t>
            </a:r>
          </a:p>
          <a:p>
            <a:pPr lvl="1"/>
            <a:r>
              <a:rPr lang="en-IN" dirty="0"/>
              <a:t>Combines List, Tuple, Set, and Dictionary </a:t>
            </a:r>
          </a:p>
          <a:p>
            <a:pPr lvl="1"/>
            <a:r>
              <a:rPr lang="en-IN" dirty="0"/>
              <a:t>Provides practical experience with Python programming </a:t>
            </a:r>
          </a:p>
          <a:p>
            <a:pPr lvl="1"/>
            <a:r>
              <a:rPr lang="en-IN" dirty="0"/>
              <a:t>Can be extended into a complete student management system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5083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ppt/theme/themeOverride2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{583F4D4D-E944-4956-B48D-E2D3EE384C50}TF522ea272-7fed-4917-a421-5e6ae99a6bbed5eddc9a_win32-854160eadf3d</Template>
  <TotalTime>39</TotalTime>
  <Words>338</Words>
  <Application>Microsoft Office PowerPoint</Application>
  <PresentationFormat>Widescreen</PresentationFormat>
  <Paragraphs>86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Adobe Garamond Pro</vt:lpstr>
      <vt:lpstr>Avenir Next LT Pro</vt:lpstr>
      <vt:lpstr>Avenir Next LT Pro Light</vt:lpstr>
      <vt:lpstr>Calibri</vt:lpstr>
      <vt:lpstr>Garamond</vt:lpstr>
      <vt:lpstr>SavonVTI</vt:lpstr>
      <vt:lpstr>Collection Manipulator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Prajapati</dc:creator>
  <cp:lastModifiedBy>Jay Prajapati</cp:lastModifiedBy>
  <cp:revision>1</cp:revision>
  <dcterms:created xsi:type="dcterms:W3CDTF">2026-08-26T17:01:41Z</dcterms:created>
  <dcterms:modified xsi:type="dcterms:W3CDTF">2026-08-26T17:41:30Z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